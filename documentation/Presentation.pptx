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250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0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14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54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9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72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276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18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1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4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8306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270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7527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41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15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6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-318"/>
            <a:ext cx="1952272" cy="6853571"/>
            <a:chOff x="6627813" y="195220"/>
            <a:chExt cx="1952625" cy="5678531"/>
          </a:xfrm>
          <a:solidFill>
            <a:schemeClr val="accent1"/>
          </a:solidFill>
        </p:grpSpPr>
        <p:sp>
          <p:nvSpPr>
            <p:cNvPr id="50" name="Freeform 27"/>
            <p:cNvSpPr/>
            <p:nvPr/>
          </p:nvSpPr>
          <p:spPr bwMode="auto">
            <a:xfrm>
              <a:off x="6627813" y="19522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447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1" r:id="rId1"/>
    <p:sldLayoutId id="2147484002" r:id="rId2"/>
    <p:sldLayoutId id="2147484003" r:id="rId3"/>
    <p:sldLayoutId id="2147484004" r:id="rId4"/>
    <p:sldLayoutId id="2147484005" r:id="rId5"/>
    <p:sldLayoutId id="2147484006" r:id="rId6"/>
    <p:sldLayoutId id="2147484007" r:id="rId7"/>
    <p:sldLayoutId id="2147484008" r:id="rId8"/>
    <p:sldLayoutId id="2147484009" r:id="rId9"/>
    <p:sldLayoutId id="2147484010" r:id="rId10"/>
    <p:sldLayoutId id="2147484011" r:id="rId11"/>
    <p:sldLayoutId id="2147484012" r:id="rId12"/>
    <p:sldLayoutId id="2147484013" r:id="rId13"/>
    <p:sldLayoutId id="2147484014" r:id="rId14"/>
    <p:sldLayoutId id="2147484015" r:id="rId15"/>
    <p:sldLayoutId id="214748401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9362" y="225877"/>
            <a:ext cx="8194638" cy="1828801"/>
          </a:xfrm>
        </p:spPr>
        <p:txBody>
          <a:bodyPr>
            <a:normAutofit fontScale="90000"/>
          </a:bodyPr>
          <a:lstStyle/>
          <a:p>
            <a:r>
              <a:rPr dirty="0"/>
              <a:t>Viewer Churn Prediction for OTT Platforms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2270978"/>
            <a:ext cx="7080026" cy="1049867"/>
          </a:xfrm>
        </p:spPr>
        <p:txBody>
          <a:bodyPr>
            <a:noAutofit/>
          </a:bodyPr>
          <a:lstStyle/>
          <a:p>
            <a:r>
              <a:rPr dirty="0"/>
              <a:t>Industry: Media &amp; Entertainment</a:t>
            </a:r>
          </a:p>
          <a:p>
            <a:r>
              <a:rPr dirty="0"/>
              <a:t>Student: Erugurala Teja (24MBMB19)</a:t>
            </a:r>
          </a:p>
          <a:p>
            <a:r>
              <a:rPr dirty="0"/>
              <a:t>Subject: Big Data Analytics Capstone Project</a:t>
            </a:r>
          </a:p>
          <a:p>
            <a:endParaRPr dirty="0"/>
          </a:p>
          <a:p>
            <a:r>
              <a:rPr dirty="0"/>
              <a:t>Objective:</a:t>
            </a:r>
          </a:p>
          <a:p>
            <a:r>
              <a:rPr dirty="0"/>
              <a:t>- Predict and analyze viewer churn using OTT app review data.</a:t>
            </a:r>
          </a:p>
          <a:p>
            <a:r>
              <a:rPr dirty="0"/>
              <a:t>- Use Apache Spark ecosystem for predictive modeling, streaming analytics, and graph insights.</a:t>
            </a:r>
          </a:p>
          <a:p>
            <a:endParaRPr dirty="0"/>
          </a:p>
          <a:p>
            <a:r>
              <a:rPr dirty="0"/>
              <a:t>Tools: Apache Spark, Databricks,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Use Case 1 – Predictive Churn Model (</a:t>
            </a:r>
            <a:r>
              <a:rPr dirty="0" err="1"/>
              <a:t>MLlib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29093"/>
            <a:ext cx="7765322" cy="40587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400" dirty="0"/>
              <a:t>Problem: Identify viewers likely to unsubscribe.</a:t>
            </a:r>
          </a:p>
          <a:p>
            <a:pPr marL="0" indent="0">
              <a:buNone/>
            </a:pPr>
            <a:r>
              <a:rPr sz="1400" dirty="0"/>
              <a:t>Methodology:</a:t>
            </a:r>
          </a:p>
          <a:p>
            <a:pPr marL="0" indent="0">
              <a:buNone/>
            </a:pPr>
            <a:r>
              <a:rPr sz="1400" dirty="0"/>
              <a:t>- Data cleaning and preprocessing (TF-IDF)</a:t>
            </a:r>
          </a:p>
          <a:p>
            <a:pPr marL="0" indent="0">
              <a:buNone/>
            </a:pPr>
            <a:r>
              <a:rPr sz="1400" dirty="0"/>
              <a:t>- Logistic Regression for churn prediction</a:t>
            </a:r>
          </a:p>
          <a:p>
            <a:pPr marL="0" indent="0">
              <a:buNone/>
            </a:pPr>
            <a:r>
              <a:rPr sz="1400" dirty="0"/>
              <a:t>- Label: score ≤ 2 → churn, ≥ 4 → retained</a:t>
            </a:r>
          </a:p>
          <a:p>
            <a:pPr marL="0" indent="0">
              <a:buNone/>
            </a:pPr>
            <a:endParaRPr sz="1400" dirty="0"/>
          </a:p>
          <a:p>
            <a:pPr marL="0" indent="0">
              <a:buNone/>
            </a:pPr>
            <a:r>
              <a:rPr sz="1400" dirty="0"/>
              <a:t>Results:</a:t>
            </a:r>
          </a:p>
          <a:p>
            <a:pPr marL="0" indent="0">
              <a:buNone/>
            </a:pPr>
            <a:r>
              <a:rPr sz="1400" dirty="0"/>
              <a:t>- AUC ≈ 0.85, Churn Ratio ≈ 28%</a:t>
            </a:r>
          </a:p>
          <a:p>
            <a:pPr marL="0" indent="0">
              <a:buNone/>
            </a:pPr>
            <a:r>
              <a:rPr sz="1400" dirty="0"/>
              <a:t>Output: ott_churn_predictions.csv</a:t>
            </a:r>
          </a:p>
          <a:p>
            <a:endParaRPr sz="1400" dirty="0"/>
          </a:p>
          <a:p>
            <a:pPr marL="0" indent="0">
              <a:buNone/>
            </a:pPr>
            <a:r>
              <a:rPr sz="1400" dirty="0"/>
              <a:t>Insight: Lower user ratings correlate strongly with churn.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Use Case 2 &amp; 3 – Subscription Analysis + Retention Offers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066738"/>
            <a:ext cx="7765322" cy="4058751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Use Case 2: Subscription Plan Optimization (Spark SQL)</a:t>
            </a:r>
          </a:p>
          <a:p>
            <a:r>
              <a:rPr dirty="0"/>
              <a:t>- Goal: Compare platforms by avg ratings &amp; churn rates.</a:t>
            </a:r>
          </a:p>
          <a:p>
            <a:r>
              <a:rPr dirty="0"/>
              <a:t>- Output: ott_subscription_analysis_export.csv</a:t>
            </a:r>
          </a:p>
          <a:p>
            <a:r>
              <a:rPr dirty="0"/>
              <a:t>- Insight: Netflix &amp; Disney+ show higher retention.</a:t>
            </a:r>
          </a:p>
          <a:p>
            <a:endParaRPr dirty="0"/>
          </a:p>
          <a:p>
            <a:r>
              <a:rPr dirty="0"/>
              <a:t>Use Case 3: Real-Time Retention Offer Triggering (Spark Streaming)</a:t>
            </a:r>
          </a:p>
          <a:p>
            <a:r>
              <a:rPr dirty="0"/>
              <a:t>- Goal: Offer discounts to at-risk users.</a:t>
            </a:r>
          </a:p>
          <a:p>
            <a:r>
              <a:rPr dirty="0"/>
              <a:t>- Logic: score ≤ 2 → At Risk → 50% Off Offer</a:t>
            </a:r>
          </a:p>
          <a:p>
            <a:r>
              <a:rPr dirty="0"/>
              <a:t>- Output: ott_retention_offers_export.csv</a:t>
            </a:r>
          </a:p>
          <a:p>
            <a:endParaRPr dirty="0"/>
          </a:p>
          <a:p>
            <a:r>
              <a:rPr dirty="0"/>
              <a:t>Impact: Reduces churn through proactive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Use Case 4 &amp; 5 – Chat Quality Monitoring + Influence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68418"/>
            <a:ext cx="7765322" cy="4058751"/>
          </a:xfrm>
        </p:spPr>
        <p:txBody>
          <a:bodyPr>
            <a:normAutofit/>
          </a:bodyPr>
          <a:lstStyle/>
          <a:p>
            <a:r>
              <a:rPr dirty="0"/>
              <a:t>Use Case 4: Chat Quality Monitoring (Structured Streaming)</a:t>
            </a:r>
          </a:p>
          <a:p>
            <a:r>
              <a:rPr dirty="0"/>
              <a:t>- Detect negative chats using sentiment analysis.</a:t>
            </a:r>
          </a:p>
          <a:p>
            <a:r>
              <a:rPr dirty="0"/>
              <a:t>- Output: chat_quality_export.csv</a:t>
            </a:r>
          </a:p>
          <a:p>
            <a:r>
              <a:rPr dirty="0"/>
              <a:t>- Insight: Negative sentiment → High Priority tickets.</a:t>
            </a:r>
          </a:p>
          <a:p>
            <a:endParaRPr dirty="0"/>
          </a:p>
          <a:p>
            <a:r>
              <a:rPr dirty="0"/>
              <a:t>Use Case 5: Influence Mapping (Graph Simulation)</a:t>
            </a:r>
          </a:p>
          <a:p>
            <a:r>
              <a:rPr dirty="0"/>
              <a:t>- Identify influencers using Degree Centrality.</a:t>
            </a:r>
          </a:p>
          <a:p>
            <a:r>
              <a:rPr dirty="0"/>
              <a:t>- Group viewers into 10 clusters.</a:t>
            </a:r>
          </a:p>
          <a:p>
            <a:r>
              <a:rPr dirty="0"/>
              <a:t>- Output: ott_influence_graph_export.csv</a:t>
            </a:r>
          </a:p>
          <a:p>
            <a:r>
              <a:rPr dirty="0"/>
              <a:t>- Insight: Engage high-influence viewers for referrals.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Results, Insights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42282"/>
            <a:ext cx="7765322" cy="4058751"/>
          </a:xfrm>
        </p:spPr>
        <p:txBody>
          <a:bodyPr>
            <a:noAutofit/>
          </a:bodyPr>
          <a:lstStyle/>
          <a:p>
            <a:r>
              <a:rPr sz="1800" dirty="0"/>
              <a:t>Technologies Used: Apache Spark (Core, SQL, </a:t>
            </a:r>
            <a:r>
              <a:rPr sz="1800" dirty="0" err="1"/>
              <a:t>MLlib</a:t>
            </a:r>
            <a:r>
              <a:rPr sz="1800" dirty="0"/>
              <a:t>, Streaming, Structured Streaming), Databricks</a:t>
            </a:r>
          </a:p>
          <a:p>
            <a:endParaRPr sz="1800" dirty="0"/>
          </a:p>
          <a:p>
            <a:r>
              <a:rPr sz="1800" dirty="0"/>
              <a:t>Outputs Summary:</a:t>
            </a:r>
          </a:p>
          <a:p>
            <a:r>
              <a:rPr sz="1800" dirty="0"/>
              <a:t>1. </a:t>
            </a:r>
            <a:r>
              <a:rPr sz="1800" dirty="0" err="1"/>
              <a:t>MLlib</a:t>
            </a:r>
            <a:r>
              <a:rPr sz="1800" dirty="0"/>
              <a:t> – ott_churn_predictions.csv</a:t>
            </a:r>
          </a:p>
          <a:p>
            <a:r>
              <a:rPr sz="1800" dirty="0"/>
              <a:t>2. SQL – ott_subscription_analysis_export.csv</a:t>
            </a:r>
          </a:p>
          <a:p>
            <a:r>
              <a:rPr sz="1800" dirty="0"/>
              <a:t>3. Streaming – ott_retention_offers_export.csv</a:t>
            </a:r>
          </a:p>
          <a:p>
            <a:r>
              <a:rPr sz="1800" dirty="0"/>
              <a:t>4. Structured Streaming – chat_quality_export.csv</a:t>
            </a:r>
          </a:p>
          <a:p>
            <a:r>
              <a:rPr sz="1800" dirty="0"/>
              <a:t>5. </a:t>
            </a:r>
            <a:r>
              <a:rPr sz="1800" dirty="0" err="1"/>
              <a:t>GraphX</a:t>
            </a:r>
            <a:r>
              <a:rPr sz="1800" dirty="0"/>
              <a:t> Simulation – ott_influence_graph_export.csv</a:t>
            </a:r>
          </a:p>
          <a:p>
            <a:endParaRPr sz="1800" dirty="0"/>
          </a:p>
          <a:p>
            <a:r>
              <a:rPr sz="1800" dirty="0"/>
              <a:t>Conclusion:</a:t>
            </a:r>
          </a:p>
          <a:p>
            <a:r>
              <a:rPr sz="1800" dirty="0"/>
              <a:t>Big Data Analytics helps OTT platforms predict churn, optimize plans, and improve engagement through data-driven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</TotalTime>
  <Words>459</Words>
  <Application>Microsoft Office PowerPoint</Application>
  <PresentationFormat>On-screen Show (4:3)</PresentationFormat>
  <Paragraphs>57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Wisp</vt:lpstr>
      <vt:lpstr>Viewer Churn Prediction for OTT Platforms</vt:lpstr>
      <vt:lpstr>Use Case 1 – Predictive Churn Model (MLlib)</vt:lpstr>
      <vt:lpstr>Use Case 2 &amp; 3 – Subscription Analysis + Retention Offers</vt:lpstr>
      <vt:lpstr>Use Case 4 &amp; 5 – Chat Quality Monitoring + Influence Mapping</vt:lpstr>
      <vt:lpstr>Results, Insights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erugurala teja</cp:lastModifiedBy>
  <cp:revision>2</cp:revision>
  <dcterms:created xsi:type="dcterms:W3CDTF">2013-01-27T09:14:16Z</dcterms:created>
  <dcterms:modified xsi:type="dcterms:W3CDTF">2025-11-11T19:51:12Z</dcterms:modified>
  <cp:category/>
</cp:coreProperties>
</file>